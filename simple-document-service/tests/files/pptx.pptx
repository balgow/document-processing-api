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B23"/>
    <a:srgbClr val="E2DEB9"/>
    <a:srgbClr val="FDFBD4"/>
    <a:srgbClr val="F0ECC7"/>
    <a:srgbClr val="9888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643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8369A-6CA6-42C5-9769-19FE06F218CF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B23DE-88B5-4202-AD3C-A251DE8CD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87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B23DE-88B5-4202-AD3C-A251DE8CD6F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09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D32FA-FF26-4932-9F74-6C06B31A2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2A9018-AAB1-4E70-9071-6CD796F9B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41C20-28B2-4DEF-9DF8-8CFF61D9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2A2E9-81C2-4A7F-ACA8-64889F6B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2B793-2A11-478D-BAA4-D693C128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F4C79A2-8060-4A45-8AD9-42CB913C8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9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95417-FD14-4841-96AE-6E9409F0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79BAF-ABA3-4C0B-A084-CA1867C0C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154C4-7D8D-4267-9430-B03CD95E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E264B2-036C-4214-B267-2CB73DE1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B3483F-D06A-4938-8A16-A2D0DBC1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34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3C472-5A47-496F-8317-34E9E303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9FCFDD-CEB7-4030-B615-EA5F59CD7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F8D7A9-CE57-4D0F-BF8B-6FDD122B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CE659E-F606-4D7B-8ECB-2F07F7C7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5C4981-0744-4C58-BC67-DFD8BE78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66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A03B6-5F73-45F0-AB1F-1F49E295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0F158E-D92E-44EA-8278-2D0C56BB8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194EE3-3E90-4EFB-BE96-52FE6AEE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43319D-432E-4B79-81D4-921A28BC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7B5AB7-80F9-4FD3-9AC9-BE396B12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3D1B50-584A-4D92-B3DE-D3529797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76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EED5B-22F3-49DD-82B0-B3F13DCD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312F0D-30EA-4D3D-A34E-8A9A08AA0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82D69-57D5-46B4-BFE0-F6C44B48C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A0ECB4-B8F8-48B7-BED7-884579813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AF23EB-5244-400A-B230-E9DDCA949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9D97CD-DCFE-481C-BD02-21933311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201333-F424-4D29-9C2F-DF58A1A3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F3AE8A-DB3D-4AB2-83EE-D6C16E14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20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87515-E51E-42FC-8639-343683B5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A59A31-C6A1-47CA-8006-5CECAEB1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BFB0D2-FDD9-4510-A084-AF407535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8BF35A-C124-4C3B-AACA-F2F1B8EF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57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A6E312E-0F8A-49E2-A35C-8E2217AA9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A7609C-A359-4032-AF2E-AC872F19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8089A6-12F8-4F53-9147-3BA8BDFF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80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47F8C-D0DF-4F84-9326-AEE9FC7D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405C7C-E32D-4A6A-8130-A572E0D53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72C49B-ED88-47AE-97D2-B2A44FCD0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0714B8-F5BC-4046-8FB0-B1511362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D9FBBC-DF9C-462E-9E3C-9D9B42BE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9832D7-E415-4F9D-BC2F-57740584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839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74770-7143-4D75-96C0-A65ED029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781D299-FF5E-4475-9259-5A3AF0998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7CD421-D456-4ED9-B332-6C66DD4CC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A65117-6C77-4837-AF16-C291DE2A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27A2EE-388F-421A-9633-870A2A09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809E14-0543-4025-A04E-95F1EF2B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03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AAA7D-642E-4723-A684-D01C1F47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3CBDBB-65A0-4F4F-AADB-E947CB070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364FDB-C11D-4C01-A872-201DC257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A69523-461D-45C0-B801-373A4C2C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2F30FB-46E0-4E22-9C6D-AF0408BB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11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E44ADE-A81F-49DB-BB4B-3F69BB854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6703BC-455B-4084-8FA4-F40E62A64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A2A85-F555-4508-81E7-63D6F7F4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27F3CE-BA9C-422A-9CAE-8D28260A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916AD-22AB-4F45-883D-A704EA80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62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522FC-9BDC-4C06-A14D-EE2A4882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4B7E2D-30FA-4F6C-AE90-C39BB983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897C49-3B4F-427B-A0C6-E389B75E8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DCD6-0D4C-4C17-A870-56246B32B2B5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494885-E83B-408F-9859-D015E0261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6C686C-0C3A-490F-BCA2-C86872A45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C5A6F-5340-441A-929F-828E4E13BC9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53E1D0-D3AD-4EF9-87FC-A817BA92B7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8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12720" y="1329957"/>
            <a:ext cx="9144000" cy="2387600"/>
          </a:xfrm>
        </p:spPr>
        <p:txBody>
          <a:bodyPr>
            <a:normAutofit/>
          </a:bodyPr>
          <a:lstStyle/>
          <a:p>
            <a:br>
              <a:rPr lang="ru-RU" sz="7200" dirty="0">
                <a:solidFill>
                  <a:srgbClr val="F0ECC7"/>
                </a:solidFill>
              </a:rPr>
            </a:br>
            <a:r>
              <a:rPr lang="en-US" sz="7200" dirty="0" err="1">
                <a:solidFill>
                  <a:srgbClr val="F0ECC7"/>
                </a:solidFill>
              </a:rPr>
              <a:t>PyTest</a:t>
            </a:r>
            <a:endParaRPr lang="ru-RU" sz="8000" dirty="0">
              <a:solidFill>
                <a:srgbClr val="FDFB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4075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2" id="{5CD42E10-6E18-4CB6-BB26-24D340EA7983}" vid="{C2291C5A-1B96-41DA-BEF2-855ADCFA09D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55</TotalTime>
  <Words>3</Words>
  <Application>Microsoft Office PowerPoint</Application>
  <PresentationFormat>Широкоэкранный</PresentationFormat>
  <Paragraphs>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Тема2</vt:lpstr>
      <vt:lpstr> PyTest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Bull Insider</dc:title>
  <dc:creator>Huawei</dc:creator>
  <cp:lastModifiedBy>Михаил Кузнецов</cp:lastModifiedBy>
  <cp:revision>8</cp:revision>
  <dcterms:created xsi:type="dcterms:W3CDTF">2024-04-04T17:20:41Z</dcterms:created>
  <dcterms:modified xsi:type="dcterms:W3CDTF">2024-06-13T13:03:51Z</dcterms:modified>
</cp:coreProperties>
</file>